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Scrum Ceremony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Automated Calendar Generation for Agile Teams</a:t>
            </a:r>
            <a:br/>
            <a:br/>
            <a:r>
              <a:rPr/>
              <a:t>SuccessGit2025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Scrum Ceremony Scheduler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Calendar Generation for Agile Teams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Overview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Scrum Masters spend </a:t>
            </a:r>
            <a:r>
              <a:rPr b="1"/>
              <a:t>hours</a:t>
            </a:r>
            <a:r>
              <a:rPr/>
              <a:t> manually creating ceremony invites</a:t>
            </a:r>
          </a:p>
          <a:p>
            <a:pPr lvl="0"/>
            <a:r>
              <a:rPr b="1"/>
              <a:t>15% error rate</a:t>
            </a:r>
            <a:r>
              <a:rPr/>
              <a:t> in manual scheduling</a:t>
            </a:r>
          </a:p>
          <a:p>
            <a:pPr lvl="0"/>
            <a:r>
              <a:rPr/>
              <a:t>Frequent </a:t>
            </a:r>
            <a:r>
              <a:rPr b="1"/>
              <a:t>scheduling conflicts</a:t>
            </a:r>
          </a:p>
          <a:p>
            <a:pPr lvl="0"/>
            <a:r>
              <a:rPr/>
              <a:t>Inconsistent timing across teams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Automated ceremony scheduling</a:t>
            </a:r>
            <a:r>
              <a:rPr/>
              <a:t> system</a:t>
            </a:r>
          </a:p>
          <a:p>
            <a:pPr lvl="0"/>
            <a:r>
              <a:rPr/>
              <a:t>Perfectly timed calendar invites</a:t>
            </a:r>
          </a:p>
          <a:p>
            <a:pPr lvl="0"/>
            <a:r>
              <a:rPr/>
              <a:t>Aligned with monthly release cycles</a:t>
            </a:r>
          </a:p>
          <a:p>
            <a:pPr lvl="0"/>
            <a:r>
              <a:rPr b="1"/>
              <a:t>Zero scheduling errors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95% time savings</a:t>
            </a:r>
            <a:r>
              <a:rPr/>
              <a:t> in ceremony planning</a:t>
            </a:r>
          </a:p>
          <a:p>
            <a:pPr lvl="0"/>
            <a:r>
              <a:rPr b="1"/>
              <a:t>$2,400+ annual savings</a:t>
            </a:r>
            <a:r>
              <a:rPr/>
              <a:t> per Scrum Master</a:t>
            </a:r>
          </a:p>
          <a:p>
            <a:pPr lvl="0"/>
            <a:r>
              <a:rPr/>
              <a:t>Perfect accuracy every time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Powerful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🖥️ Web Application</a:t>
            </a:r>
          </a:p>
          <a:p>
            <a:pPr lvl="0"/>
            <a:r>
              <a:rPr/>
              <a:t>Browser-based, </a:t>
            </a:r>
            <a:r>
              <a:rPr b="1"/>
              <a:t>no installation</a:t>
            </a:r>
            <a:r>
              <a:rPr/>
              <a:t> required</a:t>
            </a:r>
          </a:p>
          <a:p>
            <a:pPr lvl="0"/>
            <a:r>
              <a:rPr/>
              <a:t>Beautiful, intuitive interface</a:t>
            </a:r>
          </a:p>
          <a:p>
            <a:pPr lvl="0"/>
            <a:r>
              <a:rPr/>
              <a:t>Works on </a:t>
            </a:r>
            <a:r>
              <a:rPr b="1"/>
              <a:t>any device</a:t>
            </a:r>
          </a:p>
          <a:p>
            <a:pPr lvl="0"/>
            <a:r>
              <a:rPr b="1"/>
              <a:t>Live Demo:</a:t>
            </a:r>
            <a:r>
              <a:rPr/>
              <a:t> https://scrum-ceremony-scheduler.netlify.app/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⌨️ CLI Tool</a:t>
            </a:r>
          </a:p>
          <a:p>
            <a:pPr lvl="0"/>
            <a:r>
              <a:rPr/>
              <a:t>Command-line interface for </a:t>
            </a:r>
            <a:r>
              <a:rPr b="1"/>
              <a:t>automation</a:t>
            </a:r>
          </a:p>
          <a:p>
            <a:pPr lvl="0"/>
            <a:r>
              <a:rPr/>
              <a:t>Scriptable and </a:t>
            </a:r>
            <a:r>
              <a:rPr b="1"/>
              <a:t>CI/CD ready</a:t>
            </a:r>
          </a:p>
          <a:p>
            <a:pPr lvl="0"/>
            <a:r>
              <a:rPr/>
              <a:t>Perfect for power users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Intelligent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Automatically calculates </a:t>
            </a:r>
            <a:r>
              <a:rPr b="1"/>
              <a:t>3rd Saturday</a:t>
            </a:r>
            <a:r>
              <a:rPr/>
              <a:t> release dates</a:t>
            </a:r>
          </a:p>
          <a:p>
            <a:pPr lvl="0"/>
            <a:r>
              <a:rPr/>
              <a:t>Schedules ceremonies relative to release cycles</a:t>
            </a:r>
          </a:p>
          <a:p>
            <a:pPr lvl="0"/>
            <a:r>
              <a:rPr b="1"/>
              <a:t>No conflicts</a:t>
            </a:r>
            <a:r>
              <a:rPr/>
              <a:t> with weekends or holidays</a:t>
            </a:r>
          </a:p>
          <a:p>
            <a:pPr lvl="0"/>
            <a:r>
              <a:rPr/>
              <a:t>Respects working day constraints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📅 Complete Ceremony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Sprint Planning</a:t>
            </a:r>
            <a:r>
              <a:rPr/>
              <a:t> - At sprint start</a:t>
            </a:r>
          </a:p>
          <a:p>
            <a:pPr lvl="0"/>
            <a:r>
              <a:rPr b="1"/>
              <a:t>Daily Standup</a:t>
            </a:r>
            <a:r>
              <a:rPr/>
              <a:t> - Recurring weekdays only</a:t>
            </a:r>
            <a:br/>
          </a:p>
          <a:p>
            <a:pPr lvl="0"/>
            <a:r>
              <a:rPr b="1"/>
              <a:t>Sprint Review</a:t>
            </a:r>
            <a:r>
              <a:rPr/>
              <a:t> - Before release date</a:t>
            </a:r>
          </a:p>
          <a:p>
            <a:pPr lvl="0"/>
            <a:r>
              <a:rPr b="1"/>
              <a:t>Sprint Retrospective</a:t>
            </a:r>
            <a:r>
              <a:rPr/>
              <a:t> - After review, different day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Features (Continued)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⚙️ Fully Customizable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Sprint duration: </a:t>
            </a:r>
            <a:r>
              <a:rPr b="1"/>
              <a:t>2 or 3 weeks</a:t>
            </a:r>
          </a:p>
          <a:p>
            <a:pPr lvl="0"/>
            <a:r>
              <a:rPr/>
              <a:t>Custom ceremony times and durations</a:t>
            </a:r>
          </a:p>
          <a:p>
            <a:pPr lvl="0"/>
            <a:r>
              <a:rPr b="1"/>
              <a:t>Holiday calendar</a:t>
            </a:r>
            <a:r>
              <a:rPr/>
              <a:t> integration</a:t>
            </a:r>
          </a:p>
          <a:p>
            <a:pPr lvl="0"/>
            <a:r>
              <a:rPr/>
              <a:t>Multiple sprint generation (</a:t>
            </a:r>
            <a:r>
              <a:rPr b="1"/>
              <a:t>1-24 sprints</a:t>
            </a:r>
            <a:r>
              <a:rPr/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📱 Universal Compatibility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Exports standard </a:t>
            </a:r>
            <a:r>
              <a:rPr b="1"/>
              <a:t>iCalendar (.ics)</a:t>
            </a:r>
            <a:r>
              <a:rPr/>
              <a:t> format</a:t>
            </a:r>
          </a:p>
          <a:p>
            <a:pPr lvl="0"/>
            <a:r>
              <a:rPr/>
              <a:t>Works with Google Calendar, Outlook, Apple Calendar</a:t>
            </a:r>
          </a:p>
          <a:p>
            <a:pPr lvl="0"/>
            <a:r>
              <a:rPr b="1"/>
              <a:t>Mobile-responsive</a:t>
            </a:r>
            <a:r>
              <a:rPr/>
              <a:t> web interface</a:t>
            </a:r>
          </a:p>
          <a:p>
            <a:pPr lvl="0"/>
            <a:r>
              <a:rPr b="1"/>
              <a:t>Cross-platform</a:t>
            </a:r>
            <a:r>
              <a:rPr/>
              <a:t> CLI tool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Benefits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⏰ Time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Before:</a:t>
            </a:r>
            <a:r>
              <a:rPr/>
              <a:t> 2-3 hours per sprint planning</a:t>
            </a:r>
          </a:p>
          <a:p>
            <a:pPr lvl="0"/>
            <a:r>
              <a:rPr b="1"/>
              <a:t>After:</a:t>
            </a:r>
            <a:r>
              <a:rPr/>
              <a:t> 30 seconds for entire year</a:t>
            </a:r>
          </a:p>
          <a:p>
            <a:pPr lvl="0"/>
            <a:r>
              <a:rPr b="1"/>
              <a:t>ROI:</a:t>
            </a:r>
            <a:r>
              <a:rPr/>
              <a:t> 95% time reduction</a:t>
            </a:r>
          </a:p>
          <a:p>
            <a:pPr lvl="0"/>
            <a:r>
              <a:rPr b="1"/>
              <a:t>Value:</a:t>
            </a:r>
            <a:r>
              <a:rPr/>
              <a:t> $2,400+ saved annually per Scrum Master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Accuracy &amp;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Zero scheduling conflicts</a:t>
            </a:r>
          </a:p>
          <a:p>
            <a:pPr lvl="0"/>
            <a:r>
              <a:rPr/>
              <a:t>Perfect ceremony timing every time</a:t>
            </a:r>
          </a:p>
          <a:p>
            <a:pPr lvl="0"/>
            <a:r>
              <a:rPr/>
              <a:t>Consistent across all teams</a:t>
            </a:r>
          </a:p>
          <a:p>
            <a:pPr lvl="0"/>
            <a:r>
              <a:rPr b="1"/>
              <a:t>No human error</a:t>
            </a:r>
            <a:r>
              <a:rPr/>
              <a:t> in calculations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Benefits (Continued)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Generate ceremonies for </a:t>
            </a:r>
            <a:r>
              <a:rPr b="1"/>
              <a:t>multiple teams</a:t>
            </a:r>
          </a:p>
          <a:p>
            <a:pPr lvl="0"/>
            <a:r>
              <a:rPr/>
              <a:t>Handle </a:t>
            </a:r>
            <a:r>
              <a:rPr b="1"/>
              <a:t>1-24 sprints</a:t>
            </a:r>
            <a:r>
              <a:rPr/>
              <a:t> instantly</a:t>
            </a:r>
          </a:p>
          <a:p>
            <a:pPr lvl="0"/>
            <a:r>
              <a:rPr/>
              <a:t>Support </a:t>
            </a:r>
            <a:r>
              <a:rPr b="1"/>
              <a:t>unlimited users</a:t>
            </a:r>
            <a:r>
              <a:rPr/>
              <a:t> via web</a:t>
            </a:r>
          </a:p>
          <a:p>
            <a:pPr lvl="0"/>
            <a:r>
              <a:rPr b="1"/>
              <a:t>No per-user licensing</a:t>
            </a:r>
            <a:r>
              <a:rPr/>
              <a:t> costs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Standardizes</a:t>
            </a:r>
            <a:r>
              <a:rPr/>
              <a:t> ceremony scheduling</a:t>
            </a:r>
          </a:p>
          <a:p>
            <a:pPr lvl="0"/>
            <a:r>
              <a:rPr/>
              <a:t>Ensures </a:t>
            </a:r>
            <a:r>
              <a:rPr b="1"/>
              <a:t>optimal timing</a:t>
            </a:r>
          </a:p>
          <a:p>
            <a:pPr lvl="0"/>
            <a:r>
              <a:rPr/>
              <a:t>Reduces meeting conflicts</a:t>
            </a:r>
          </a:p>
          <a:p>
            <a:pPr lvl="0"/>
            <a:r>
              <a:rPr b="1"/>
              <a:t>Improves team productivity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Excellence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Robust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Property-based testing</a:t>
            </a:r>
            <a:r>
              <a:rPr/>
              <a:t> with 37+ correctness properties</a:t>
            </a:r>
          </a:p>
          <a:p>
            <a:pPr lvl="0"/>
            <a:r>
              <a:rPr/>
              <a:t>Comprehensive error handling</a:t>
            </a:r>
          </a:p>
          <a:p>
            <a:pPr lvl="0"/>
            <a:r>
              <a:rPr b="1"/>
              <a:t>RFC 5545 compliant</a:t>
            </a:r>
            <a:r>
              <a:rPr/>
              <a:t> iCalendar output</a:t>
            </a:r>
          </a:p>
          <a:p>
            <a:pPr lvl="0"/>
            <a:r>
              <a:rPr/>
              <a:t>Clean, maintainable codebase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No data collection</a:t>
            </a:r>
            <a:r>
              <a:rPr/>
              <a:t> or tracking</a:t>
            </a:r>
          </a:p>
          <a:p>
            <a:pPr lvl="0"/>
            <a:r>
              <a:rPr/>
              <a:t>All processing happens </a:t>
            </a:r>
            <a:r>
              <a:rPr b="1"/>
              <a:t>locally/in browser</a:t>
            </a:r>
          </a:p>
          <a:p>
            <a:pPr lvl="0"/>
            <a:r>
              <a:rPr/>
              <a:t>No external API dependencies</a:t>
            </a:r>
          </a:p>
          <a:p>
            <a:pPr lvl="0"/>
            <a:r>
              <a:rPr b="1"/>
              <a:t>Open source</a:t>
            </a:r>
            <a:r>
              <a:rPr/>
              <a:t> and transparent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Excellence (Continued)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Generate </a:t>
            </a:r>
            <a:r>
              <a:rPr b="1"/>
              <a:t>24 sprints in &lt;500ms</a:t>
            </a:r>
          </a:p>
          <a:p>
            <a:pPr lvl="0"/>
            <a:r>
              <a:rPr/>
              <a:t>Single HTML file web app (</a:t>
            </a:r>
            <a:r>
              <a:rPr b="1"/>
              <a:t>~50KB</a:t>
            </a:r>
            <a:r>
              <a:rPr/>
              <a:t>)</a:t>
            </a:r>
          </a:p>
          <a:p>
            <a:pPr lvl="0"/>
            <a:r>
              <a:rPr b="1"/>
              <a:t>Zero server costs</a:t>
            </a:r>
          </a:p>
          <a:p>
            <a:pPr lvl="0"/>
            <a:r>
              <a:rPr/>
              <a:t>Global CDN delivery via Netlify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Works in </a:t>
            </a:r>
            <a:r>
              <a:rPr b="1"/>
              <a:t>all modern browsers</a:t>
            </a:r>
          </a:p>
          <a:p>
            <a:pPr lvl="0"/>
            <a:r>
              <a:rPr b="1"/>
              <a:t>Mobile-responsive</a:t>
            </a:r>
            <a:r>
              <a:rPr/>
              <a:t> design</a:t>
            </a:r>
          </a:p>
          <a:p>
            <a:pPr lvl="0"/>
            <a:r>
              <a:rPr/>
              <a:t>Keyboard navigation support</a:t>
            </a:r>
          </a:p>
          <a:p>
            <a:pPr lvl="0"/>
            <a:r>
              <a:rPr b="1"/>
              <a:t>No installation</a:t>
            </a:r>
            <a:r>
              <a:rPr/>
              <a:t> required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Metrics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Development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Total Time:</a:t>
            </a:r>
            <a:r>
              <a:rPr/>
              <a:t> 2 hours from concept to deployment</a:t>
            </a:r>
          </a:p>
          <a:p>
            <a:pPr lvl="0"/>
            <a:r>
              <a:rPr b="1"/>
              <a:t>Lines of Code:</a:t>
            </a:r>
            <a:r>
              <a:rPr/>
              <a:t> ~2,000 (including tests)</a:t>
            </a:r>
          </a:p>
          <a:p>
            <a:pPr lvl="0"/>
            <a:r>
              <a:rPr b="1"/>
              <a:t>Test Coverage:</a:t>
            </a:r>
            <a:r>
              <a:rPr/>
              <a:t> 90%+ with property-based testing</a:t>
            </a:r>
          </a:p>
          <a:p>
            <a:pPr lvl="0"/>
            <a:r>
              <a:rPr b="1"/>
              <a:t>Deployment:</a:t>
            </a:r>
            <a:r>
              <a:rPr/>
              <a:t> Instant via Netlify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Cost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Development Cost:</a:t>
            </a:r>
            <a:r>
              <a:rPr/>
              <a:t> Minimal (AI-assisted)</a:t>
            </a:r>
          </a:p>
          <a:p>
            <a:pPr lvl="0"/>
            <a:r>
              <a:rPr b="1"/>
              <a:t>Hosting Cost:</a:t>
            </a:r>
            <a:r>
              <a:rPr/>
              <a:t> $0 (free tier)</a:t>
            </a:r>
          </a:p>
          <a:p>
            <a:pPr lvl="0"/>
            <a:r>
              <a:rPr b="1"/>
              <a:t>Maintenance Cost:</a:t>
            </a:r>
            <a:r>
              <a:rPr/>
              <a:t> Near zero</a:t>
            </a:r>
          </a:p>
          <a:p>
            <a:pPr lvl="0"/>
            <a:r>
              <a:rPr b="1"/>
              <a:t>User Cost:</a:t>
            </a:r>
            <a:r>
              <a:rPr/>
              <a:t> Free for unlimited use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User Experience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🖥️ Web Interface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Intuitive form design</a:t>
            </a:r>
            <a:r>
              <a:rPr/>
              <a:t> - Clear, logical flow</a:t>
            </a:r>
          </a:p>
          <a:p>
            <a:pPr lvl="0"/>
            <a:r>
              <a:rPr b="1"/>
              <a:t>Real-time validation</a:t>
            </a:r>
            <a:r>
              <a:rPr/>
              <a:t> - Instant feedback</a:t>
            </a:r>
          </a:p>
          <a:p>
            <a:pPr lvl="0"/>
            <a:r>
              <a:rPr b="1"/>
              <a:t>Live preview</a:t>
            </a:r>
            <a:r>
              <a:rPr/>
              <a:t> - See schedule before downloading</a:t>
            </a:r>
          </a:p>
          <a:p>
            <a:pPr lvl="0"/>
            <a:r>
              <a:rPr b="1"/>
              <a:t>One-click export</a:t>
            </a:r>
            <a:r>
              <a:rPr/>
              <a:t> - Download ready .ics files</a:t>
            </a:r>
          </a:p>
          <a:p>
            <a:pPr lvl="0"/>
            <a:r>
              <a:rPr b="1"/>
              <a:t>Mobile optimized</a:t>
            </a:r>
            <a:r>
              <a:rPr/>
              <a:t> - Works perfectly on phones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⌨️ CLI Interface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Scriptable</a:t>
            </a:r>
            <a:r>
              <a:rPr/>
              <a:t> - Integrate with workflows</a:t>
            </a:r>
          </a:p>
          <a:p>
            <a:pPr lvl="0"/>
            <a:r>
              <a:rPr b="1"/>
              <a:t>Batch processing</a:t>
            </a:r>
            <a:r>
              <a:rPr/>
              <a:t> - Multiple configurations</a:t>
            </a:r>
          </a:p>
          <a:p>
            <a:pPr lvl="0"/>
            <a:r>
              <a:rPr b="1"/>
              <a:t>CI/CD ready</a:t>
            </a:r>
            <a:r>
              <a:rPr/>
              <a:t> - Automate ceremony creation</a:t>
            </a:r>
          </a:p>
          <a:p>
            <a:pPr lvl="0"/>
            <a:r>
              <a:rPr b="1"/>
              <a:t>Power user friendly</a:t>
            </a:r>
            <a:r>
              <a:rPr/>
              <a:t> - Advanced customization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Success Stories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Immediate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 Time:</a:t>
            </a:r>
            <a:r>
              <a:rPr/>
              <a:t> 30 seconds vs 3 hours previously</a:t>
            </a:r>
          </a:p>
          <a:p>
            <a:pPr lvl="0"/>
            <a:r>
              <a:rPr b="1"/>
              <a:t>Error Rate:</a:t>
            </a:r>
            <a:r>
              <a:rPr/>
              <a:t> 0% vs 15% manual errors</a:t>
            </a:r>
          </a:p>
          <a:p>
            <a:pPr lvl="0"/>
            <a:r>
              <a:rPr b="1"/>
              <a:t>Team Satisfaction:</a:t>
            </a:r>
            <a:r>
              <a:rPr/>
              <a:t> Increased ceremony attendance</a:t>
            </a:r>
          </a:p>
          <a:p>
            <a:pPr lvl="0"/>
            <a:r>
              <a:rPr b="1"/>
              <a:t>Consistency:</a:t>
            </a:r>
            <a:r>
              <a:rPr/>
              <a:t> Standardized timing across teams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Startup Teams</a:t>
            </a:r>
            <a:r>
              <a:rPr/>
              <a:t> - Quick setup for new sprints</a:t>
            </a:r>
          </a:p>
          <a:p>
            <a:pPr lvl="0"/>
            <a:r>
              <a:rPr b="1"/>
              <a:t>Enterprise</a:t>
            </a:r>
            <a:r>
              <a:rPr/>
              <a:t> - Standardized scheduling across departments</a:t>
            </a:r>
          </a:p>
          <a:p>
            <a:pPr lvl="0"/>
            <a:r>
              <a:rPr b="1"/>
              <a:t>Consulting Firms</a:t>
            </a:r>
            <a:r>
              <a:rPr/>
              <a:t> - Rapid client project setup</a:t>
            </a:r>
          </a:p>
          <a:p>
            <a:pPr lvl="0"/>
            <a:r>
              <a:rPr b="1"/>
              <a:t>Training Organizations</a:t>
            </a:r>
            <a:r>
              <a:rPr/>
              <a:t> - Teaching proper Scrum timing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Live Demo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Try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https://scrum-ceremony-scheduler.netlify.app/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Quick Demo Steps:</a:t>
            </a:r>
          </a:p>
          <a:p>
            <a:pPr lvl="0" indent="-342900" marL="342900">
              <a:buAutoNum type="arabicPeriod"/>
            </a:pPr>
            <a:r>
              <a:rPr/>
              <a:t>Enter your </a:t>
            </a:r>
            <a:r>
              <a:rPr b="1"/>
              <a:t>year</a:t>
            </a:r>
            <a:r>
              <a:rPr/>
              <a:t> and sprint preferences</a:t>
            </a:r>
          </a:p>
          <a:p>
            <a:pPr lvl="0" indent="-342900" marL="342900">
              <a:buAutoNum type="arabicPeriod"/>
            </a:pPr>
            <a:r>
              <a:rPr b="1"/>
              <a:t>Customize</a:t>
            </a:r>
            <a:r>
              <a:rPr/>
              <a:t> ceremony times</a:t>
            </a:r>
          </a:p>
          <a:p>
            <a:pPr lvl="0" indent="-342900" marL="342900">
              <a:buAutoNum type="arabicPeriod"/>
            </a:pPr>
            <a:r>
              <a:rPr/>
              <a:t>Add </a:t>
            </a:r>
            <a:r>
              <a:rPr b="1"/>
              <a:t>holidays</a:t>
            </a:r>
            <a:r>
              <a:rPr/>
              <a:t> (optional)</a:t>
            </a:r>
          </a:p>
          <a:p>
            <a:pPr lvl="0" indent="-342900" marL="342900">
              <a:buAutoNum type="arabicPeriod"/>
            </a:pPr>
            <a:r>
              <a:rPr/>
              <a:t>Click </a:t>
            </a:r>
            <a:r>
              <a:rPr b="1"/>
              <a:t>“Preview”</a:t>
            </a:r>
            <a:r>
              <a:rPr/>
              <a:t> to see your schedule</a:t>
            </a:r>
          </a:p>
          <a:p>
            <a:pPr lvl="0" indent="-342900" marL="342900">
              <a:buAutoNum type="arabicPeriod"/>
            </a:pPr>
            <a:r>
              <a:rPr b="1"/>
              <a:t>Download .ics</a:t>
            </a:r>
            <a:r>
              <a:rPr/>
              <a:t> file and import to calendar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For End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Web Interface:</a:t>
            </a:r>
            <a:r>
              <a:rPr/>
              <a:t> https://scrum-ceremony-scheduler.netlify.app/ - No installation required - Works immediately - Mobile-friendly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💻 For 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GitHub:</a:t>
            </a:r>
            <a:r>
              <a:rPr/>
              <a:t> https://github.com/SuccessGit2025/scrum-ceremony-scheduler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https://github.com/SuccessGit2025/scrum-ceremony-scheduler</a:t>
            </a:r>
            <a:br/>
            <a:r>
              <a:rPr>
                <a:latin typeface="Courier"/>
              </a:rPr>
              <a:t>npm install</a:t>
            </a:r>
            <a:br/>
            <a:r>
              <a:rPr>
                <a:latin typeface="Courier"/>
              </a:rPr>
              <a:t>npm start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Future Roadmap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Planned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Calendar API Integration</a:t>
            </a:r>
            <a:r>
              <a:rPr/>
              <a:t> - Direct Google/Outlook sync</a:t>
            </a:r>
          </a:p>
          <a:p>
            <a:pPr lvl="0"/>
            <a:r>
              <a:rPr b="1"/>
              <a:t>Team Templates</a:t>
            </a:r>
            <a:r>
              <a:rPr/>
              <a:t> - Save and share configurations</a:t>
            </a:r>
          </a:p>
          <a:p>
            <a:pPr lvl="0"/>
            <a:r>
              <a:rPr b="1"/>
              <a:t>Time Zone Support</a:t>
            </a:r>
            <a:r>
              <a:rPr/>
              <a:t> - Multi-location teams</a:t>
            </a:r>
          </a:p>
          <a:p>
            <a:pPr lvl="0"/>
            <a:r>
              <a:rPr b="1"/>
              <a:t>Analytics Dashboard</a:t>
            </a:r>
            <a:r>
              <a:rPr/>
              <a:t> - Ceremony attendance tracking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🌍 Expansion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Multi-language Support</a:t>
            </a:r>
            <a:r>
              <a:rPr/>
              <a:t> - International teams</a:t>
            </a:r>
          </a:p>
          <a:p>
            <a:pPr lvl="0"/>
            <a:r>
              <a:rPr b="1"/>
              <a:t>Custom Frameworks</a:t>
            </a:r>
            <a:r>
              <a:rPr/>
              <a:t> - Beyond Scrum (Kanban, SAFe)</a:t>
            </a:r>
          </a:p>
          <a:p>
            <a:pPr lvl="0"/>
            <a:r>
              <a:rPr b="1"/>
              <a:t>Mobile Apps</a:t>
            </a:r>
            <a:r>
              <a:rPr/>
              <a:t> - Native iOS/Android</a:t>
            </a:r>
          </a:p>
          <a:p>
            <a:pPr lvl="0"/>
            <a:r>
              <a:rPr b="1"/>
              <a:t>Enterprise Features</a:t>
            </a:r>
            <a:r>
              <a:rPr/>
              <a:t> - SSO, admin controls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Success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What We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Fully functional CLI tool</a:t>
            </a:r>
          </a:p>
          <a:p>
            <a:pPr lvl="0"/>
            <a:r>
              <a:rPr/>
              <a:t>✅ Beautiful web interface</a:t>
            </a:r>
            <a:br/>
          </a:p>
          <a:p>
            <a:pPr lvl="0"/>
            <a:r>
              <a:rPr/>
              <a:t>✅ Comprehensive testing suite</a:t>
            </a:r>
          </a:p>
          <a:p>
            <a:pPr lvl="0"/>
            <a:r>
              <a:rPr/>
              <a:t>✅ Complete documentation</a:t>
            </a:r>
          </a:p>
          <a:p>
            <a:pPr lvl="0"/>
            <a:r>
              <a:rPr/>
              <a:t>✅ Live deployment</a:t>
            </a:r>
          </a:p>
          <a:p>
            <a:pPr lvl="0"/>
            <a:r>
              <a:rPr/>
              <a:t>✅ Zero-cost hosting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Metrics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</a:t>
            </a:r>
            <a:r>
              <a:rPr b="1"/>
              <a:t>95% time savings</a:t>
            </a:r>
            <a:r>
              <a:rPr/>
              <a:t> in ceremony planning</a:t>
            </a:r>
          </a:p>
          <a:p>
            <a:pPr lvl="0"/>
            <a:r>
              <a:rPr/>
              <a:t>✅ </a:t>
            </a:r>
            <a:r>
              <a:rPr b="1"/>
              <a:t>100% accuracy</a:t>
            </a:r>
            <a:r>
              <a:rPr/>
              <a:t> in date calculations</a:t>
            </a:r>
          </a:p>
          <a:p>
            <a:pPr lvl="0"/>
            <a:r>
              <a:rPr/>
              <a:t>✅ </a:t>
            </a:r>
            <a:r>
              <a:rPr b="1"/>
              <a:t>0% scheduling conflicts</a:t>
            </a:r>
          </a:p>
          <a:p>
            <a:pPr lvl="0"/>
            <a:r>
              <a:rPr/>
              <a:t>✅ </a:t>
            </a:r>
            <a:r>
              <a:rPr b="1"/>
              <a:t>Universal</a:t>
            </a:r>
            <a:r>
              <a:rPr/>
              <a:t> calendar compatibility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🚀 </a:t>
            </a:r>
            <a:r>
              <a:rPr b="1"/>
              <a:t>Massive time savings</a:t>
            </a:r>
            <a:r>
              <a:rPr/>
              <a:t> - 95% reduction in planning time</a:t>
            </a:r>
          </a:p>
          <a:p>
            <a:pPr lvl="0"/>
            <a:r>
              <a:rPr/>
              <a:t>🎯 </a:t>
            </a:r>
            <a:r>
              <a:rPr b="1"/>
              <a:t>Perfect accuracy</a:t>
            </a:r>
            <a:r>
              <a:rPr/>
              <a:t> - Zero scheduling errors</a:t>
            </a:r>
          </a:p>
          <a:p>
            <a:pPr lvl="0"/>
            <a:r>
              <a:rPr/>
              <a:t>💰 </a:t>
            </a:r>
            <a:r>
              <a:rPr b="1"/>
              <a:t>Cost effective</a:t>
            </a:r>
            <a:r>
              <a:rPr/>
              <a:t> - Free to use, minimal to maintain</a:t>
            </a:r>
          </a:p>
          <a:p>
            <a:pPr lvl="0"/>
            <a:r>
              <a:rPr/>
              <a:t>🌐 </a:t>
            </a:r>
            <a:r>
              <a:rPr b="1"/>
              <a:t>Universally accessible</a:t>
            </a:r>
            <a:r>
              <a:rPr/>
              <a:t> - Works for any team, anywhere</a:t>
            </a:r>
          </a:p>
          <a:p>
            <a:pPr lvl="0"/>
            <a:r>
              <a:rPr/>
              <a:t>🔧 </a:t>
            </a:r>
            <a:r>
              <a:rPr b="1"/>
              <a:t>Easy to use</a:t>
            </a:r>
            <a:r>
              <a:rPr/>
              <a:t> - 30-second setup, one-click export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Ready to Transform Your Scrum Planning?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Start now:</a:t>
            </a:r>
            <a:r>
              <a:rPr/>
              <a:t> https://scrum-ceremony-scheduler.netlify.app/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Live Demo:</a:t>
            </a:r>
            <a:r>
              <a:rPr/>
              <a:t> https://scrum-ceremony-scheduler.netlify.app/</a:t>
            </a:r>
          </a:p>
          <a:p>
            <a:pPr lvl="0" indent="0" marL="0">
              <a:buNone/>
            </a:pPr>
            <a:r>
              <a:rPr b="1"/>
              <a:t>GitHub:</a:t>
            </a:r>
            <a:r>
              <a:rPr/>
              <a:t> https://github.com/SuccessGit2025/scrum-ceremony-scheduler</a:t>
            </a:r>
          </a:p>
          <a:p>
            <a:pPr lvl="0" indent="0" marL="0">
              <a:buNone/>
            </a:pPr>
            <a:r>
              <a:rPr i="1"/>
              <a:t>Built with ❤️ for Agile teams worldwide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Ceremony Scheduler</dc:title>
  <dc:creator>SuccessGit2025</dc:creator>
  <cp:keywords/>
  <dcterms:created xsi:type="dcterms:W3CDTF">2025-12-12T11:08:30Z</dcterms:created>
  <dcterms:modified xsi:type="dcterms:W3CDTF">2025-12-12T11:08:30Z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subtitle">
    <vt:lpwstr>Automated Calendar Generation for Agile Teams</vt:lpwstr>
  </property>
</Properties>
</file>